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5854700" cy="3295650"/>
  <p:notesSz cx="5854700" cy="32956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9102" y="1021651"/>
            <a:ext cx="4976495" cy="6920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78205" y="1845564"/>
            <a:ext cx="4098290" cy="8239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92735" y="757999"/>
            <a:ext cx="2546794" cy="2175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015170" y="757999"/>
            <a:ext cx="2546794" cy="2175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12" y="8"/>
            <a:ext cx="5845810" cy="3288029"/>
          </a:xfrm>
          <a:custGeom>
            <a:avLst/>
            <a:gdLst/>
            <a:ahLst/>
            <a:cxnLst/>
            <a:rect l="l" t="t" r="r" b="b"/>
            <a:pathLst>
              <a:path w="5845810" h="3288029">
                <a:moveTo>
                  <a:pt x="5845240" y="0"/>
                </a:moveTo>
                <a:lnTo>
                  <a:pt x="0" y="0"/>
                </a:lnTo>
                <a:lnTo>
                  <a:pt x="0" y="3287938"/>
                </a:lnTo>
                <a:lnTo>
                  <a:pt x="5845240" y="3287938"/>
                </a:lnTo>
                <a:lnTo>
                  <a:pt x="58452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0927" y="451263"/>
            <a:ext cx="1893570" cy="3181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40827" y="1483820"/>
            <a:ext cx="2973045" cy="758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90598" y="3064954"/>
            <a:ext cx="1873504" cy="1647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92735" y="3064954"/>
            <a:ext cx="1346581" cy="1647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215384" y="3064954"/>
            <a:ext cx="1346581" cy="1647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494751" y="8"/>
            <a:ext cx="3352165" cy="3288029"/>
          </a:xfrm>
          <a:custGeom>
            <a:avLst/>
            <a:gdLst/>
            <a:ahLst/>
            <a:cxnLst/>
            <a:rect l="l" t="t" r="r" b="b"/>
            <a:pathLst>
              <a:path w="3352165" h="3288029">
                <a:moveTo>
                  <a:pt x="3352159" y="0"/>
                </a:moveTo>
                <a:lnTo>
                  <a:pt x="0" y="0"/>
                </a:lnTo>
                <a:lnTo>
                  <a:pt x="0" y="3287938"/>
                </a:lnTo>
                <a:lnTo>
                  <a:pt x="3352159" y="3287938"/>
                </a:lnTo>
                <a:lnTo>
                  <a:pt x="33521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99686" y="394920"/>
            <a:ext cx="2360930" cy="1864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-635">
              <a:lnSpc>
                <a:spcPct val="100499"/>
              </a:lnSpc>
              <a:spcBef>
                <a:spcPts val="100"/>
              </a:spcBef>
            </a:pPr>
            <a:r>
              <a:rPr dirty="0" sz="2400" spc="-10">
                <a:solidFill>
                  <a:srgbClr val="FFFFFF"/>
                </a:solidFill>
              </a:rPr>
              <a:t>Revolutionizing </a:t>
            </a:r>
            <a:r>
              <a:rPr dirty="0" sz="2400">
                <a:solidFill>
                  <a:srgbClr val="FFFFFF"/>
                </a:solidFill>
              </a:rPr>
              <a:t>Student</a:t>
            </a:r>
            <a:r>
              <a:rPr dirty="0" sz="2400" spc="75">
                <a:solidFill>
                  <a:srgbClr val="FFFFFF"/>
                </a:solidFill>
              </a:rPr>
              <a:t> </a:t>
            </a:r>
            <a:r>
              <a:rPr dirty="0" sz="2400" spc="35">
                <a:solidFill>
                  <a:srgbClr val="FFFFFF"/>
                </a:solidFill>
              </a:rPr>
              <a:t>Dining: </a:t>
            </a:r>
            <a:r>
              <a:rPr dirty="0" sz="2400">
                <a:solidFill>
                  <a:srgbClr val="FFFFFF"/>
                </a:solidFill>
              </a:rPr>
              <a:t>Bhojanalya</a:t>
            </a:r>
            <a:r>
              <a:rPr dirty="0" sz="2400" spc="-45">
                <a:solidFill>
                  <a:srgbClr val="FFFFFF"/>
                </a:solidFill>
              </a:rPr>
              <a:t> </a:t>
            </a:r>
            <a:r>
              <a:rPr dirty="0" sz="2400" spc="345">
                <a:solidFill>
                  <a:srgbClr val="FFFFFF"/>
                </a:solidFill>
              </a:rPr>
              <a:t>-</a:t>
            </a:r>
            <a:r>
              <a:rPr dirty="0" sz="2400" spc="-110">
                <a:solidFill>
                  <a:srgbClr val="FFFFFF"/>
                </a:solidFill>
              </a:rPr>
              <a:t> </a:t>
            </a:r>
            <a:r>
              <a:rPr dirty="0" sz="2400" spc="-50">
                <a:solidFill>
                  <a:srgbClr val="FFFFFF"/>
                </a:solidFill>
              </a:rPr>
              <a:t>A </a:t>
            </a:r>
            <a:r>
              <a:rPr dirty="0" sz="2400" spc="95">
                <a:solidFill>
                  <a:srgbClr val="FFFFFF"/>
                </a:solidFill>
              </a:rPr>
              <a:t>Game-</a:t>
            </a:r>
            <a:r>
              <a:rPr dirty="0" sz="2400" spc="45">
                <a:solidFill>
                  <a:srgbClr val="FFFFFF"/>
                </a:solidFill>
              </a:rPr>
              <a:t>Changing </a:t>
            </a:r>
            <a:r>
              <a:rPr dirty="0" sz="2400">
                <a:solidFill>
                  <a:srgbClr val="FFFFFF"/>
                </a:solidFill>
              </a:rPr>
              <a:t>Meal</a:t>
            </a:r>
            <a:r>
              <a:rPr dirty="0" sz="2400" spc="75">
                <a:solidFill>
                  <a:srgbClr val="FFFFFF"/>
                </a:solidFill>
              </a:rPr>
              <a:t> </a:t>
            </a:r>
            <a:r>
              <a:rPr dirty="0" sz="2400" spc="-10">
                <a:solidFill>
                  <a:srgbClr val="FFFFFF"/>
                </a:solidFill>
              </a:rPr>
              <a:t>Booking</a:t>
            </a:r>
            <a:endParaRPr sz="2400"/>
          </a:p>
        </p:txBody>
      </p:sp>
      <p:sp>
        <p:nvSpPr>
          <p:cNvPr id="4" name="object 4" descr=""/>
          <p:cNvSpPr txBox="1"/>
          <p:nvPr/>
        </p:nvSpPr>
        <p:spPr>
          <a:xfrm>
            <a:off x="2638498" y="2230685"/>
            <a:ext cx="3083560" cy="762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02895" marR="5080" indent="-290830">
              <a:lnSpc>
                <a:spcPct val="100699"/>
              </a:lnSpc>
              <a:spcBef>
                <a:spcPts val="95"/>
              </a:spcBef>
            </a:pPr>
            <a:r>
              <a:rPr dirty="0" sz="2400" b="1">
                <a:solidFill>
                  <a:srgbClr val="FFFFFF"/>
                </a:solidFill>
                <a:latin typeface="Cambria"/>
                <a:cs typeface="Cambria"/>
              </a:rPr>
              <a:t>Platform</a:t>
            </a:r>
            <a:r>
              <a:rPr dirty="0" sz="2400" spc="7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dirty="0" sz="2400" spc="1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Cambria"/>
                <a:cs typeface="Cambria"/>
              </a:rPr>
              <a:t>Students </a:t>
            </a:r>
            <a:r>
              <a:rPr dirty="0" sz="2400" b="1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2400" spc="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400" spc="140" b="1">
                <a:solidFill>
                  <a:srgbClr val="FFFFFF"/>
                </a:solidFill>
                <a:latin typeface="Cambria"/>
                <a:cs typeface="Cambria"/>
              </a:rPr>
              <a:t>PG</a:t>
            </a:r>
            <a:r>
              <a:rPr dirty="0" sz="2400" spc="2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Cambria"/>
                <a:cs typeface="Cambria"/>
              </a:rPr>
              <a:t>Residents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207" y="365330"/>
            <a:ext cx="1637120" cy="25572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441959">
              <a:lnSpc>
                <a:spcPct val="100000"/>
              </a:lnSpc>
              <a:spcBef>
                <a:spcPts val="114"/>
              </a:spcBef>
            </a:pPr>
            <a:r>
              <a:rPr dirty="0" spc="-10"/>
              <a:t>Introduction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349" y="1076849"/>
            <a:ext cx="236527" cy="791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449" y="1216377"/>
            <a:ext cx="866357" cy="9921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511132" y="886457"/>
            <a:ext cx="1953260" cy="114554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307975">
              <a:lnSpc>
                <a:spcPct val="100000"/>
              </a:lnSpc>
              <a:spcBef>
                <a:spcPts val="215"/>
              </a:spcBef>
            </a:pPr>
            <a:r>
              <a:rPr dirty="0" sz="800">
                <a:latin typeface="Verdana"/>
                <a:cs typeface="Verdana"/>
              </a:rPr>
              <a:t>Welcome</a:t>
            </a:r>
            <a:r>
              <a:rPr dirty="0" sz="800" spc="-10">
                <a:latin typeface="Verdana"/>
                <a:cs typeface="Verdana"/>
              </a:rPr>
              <a:t> to </a:t>
            </a:r>
            <a:r>
              <a:rPr dirty="0" sz="800">
                <a:latin typeface="Verdana"/>
                <a:cs typeface="Verdana"/>
              </a:rPr>
              <a:t>the</a:t>
            </a:r>
            <a:r>
              <a:rPr dirty="0" sz="800" spc="-10">
                <a:latin typeface="Verdana"/>
                <a:cs typeface="Verdana"/>
              </a:rPr>
              <a:t> presentation </a:t>
            </a:r>
            <a:r>
              <a:rPr dirty="0" sz="800" spc="-25">
                <a:latin typeface="Verdana"/>
                <a:cs typeface="Verdana"/>
              </a:rPr>
              <a:t>on</a:t>
            </a:r>
            <a:endParaRPr sz="800">
              <a:latin typeface="Verdana"/>
              <a:cs typeface="Verdana"/>
            </a:endParaRPr>
          </a:p>
          <a:p>
            <a:pPr marL="260985">
              <a:lnSpc>
                <a:spcPct val="100000"/>
              </a:lnSpc>
              <a:spcBef>
                <a:spcPts val="140"/>
              </a:spcBef>
            </a:pPr>
            <a:r>
              <a:rPr dirty="0" sz="800" spc="-10" i="1">
                <a:latin typeface="Verdana"/>
                <a:cs typeface="Verdana"/>
              </a:rPr>
              <a:t>Bhojanalya</a:t>
            </a:r>
            <a:r>
              <a:rPr dirty="0" sz="800" spc="-70" i="1">
                <a:latin typeface="Verdana"/>
                <a:cs typeface="Verdana"/>
              </a:rPr>
              <a:t> </a:t>
            </a:r>
            <a:r>
              <a:rPr dirty="0" sz="800" spc="-70">
                <a:latin typeface="Verdana"/>
                <a:cs typeface="Verdana"/>
              </a:rPr>
              <a:t>-</a:t>
            </a:r>
            <a:r>
              <a:rPr dirty="0" sz="800" spc="-65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a</a:t>
            </a:r>
            <a:r>
              <a:rPr dirty="0" sz="800" spc="-65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revolutionary</a:t>
            </a:r>
            <a:endParaRPr sz="800">
              <a:latin typeface="Verdana"/>
              <a:cs typeface="Verdana"/>
            </a:endParaRPr>
          </a:p>
          <a:p>
            <a:pPr algn="r" marR="5080">
              <a:lnSpc>
                <a:spcPct val="100000"/>
              </a:lnSpc>
              <a:spcBef>
                <a:spcPts val="145"/>
              </a:spcBef>
            </a:pPr>
            <a:r>
              <a:rPr dirty="0" sz="800">
                <a:latin typeface="Verdana"/>
                <a:cs typeface="Verdana"/>
              </a:rPr>
              <a:t>designed</a:t>
            </a:r>
            <a:r>
              <a:rPr dirty="0" sz="800" spc="-30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to</a:t>
            </a:r>
            <a:r>
              <a:rPr dirty="0" sz="800" spc="-30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cater</a:t>
            </a:r>
            <a:r>
              <a:rPr dirty="0" sz="800" spc="-30">
                <a:latin typeface="Verdana"/>
                <a:cs typeface="Verdana"/>
              </a:rPr>
              <a:t> </a:t>
            </a:r>
            <a:r>
              <a:rPr dirty="0" sz="800" spc="-25">
                <a:latin typeface="Verdana"/>
                <a:cs typeface="Verdana"/>
              </a:rPr>
              <a:t>to</a:t>
            </a:r>
            <a:endParaRPr sz="800">
              <a:latin typeface="Verdana"/>
              <a:cs typeface="Verdana"/>
            </a:endParaRPr>
          </a:p>
          <a:p>
            <a:pPr algn="r" marL="12700" marR="5080" indent="432434">
              <a:lnSpc>
                <a:spcPct val="114900"/>
              </a:lnSpc>
              <a:spcBef>
                <a:spcPts val="25"/>
              </a:spcBef>
            </a:pPr>
            <a:r>
              <a:rPr dirty="0" sz="800">
                <a:latin typeface="Verdana"/>
                <a:cs typeface="Verdana"/>
              </a:rPr>
              <a:t>the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needs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of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students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and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 spc="-25">
                <a:latin typeface="Verdana"/>
                <a:cs typeface="Verdana"/>
              </a:rPr>
              <a:t>PG residents.</a:t>
            </a:r>
            <a:r>
              <a:rPr dirty="0" sz="800" spc="-4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This</a:t>
            </a:r>
            <a:r>
              <a:rPr dirty="0" sz="800" spc="-40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platform</a:t>
            </a:r>
            <a:r>
              <a:rPr dirty="0" sz="800" spc="-40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aims</a:t>
            </a:r>
            <a:r>
              <a:rPr dirty="0" sz="800" spc="-45">
                <a:latin typeface="Verdana"/>
                <a:cs typeface="Verdana"/>
              </a:rPr>
              <a:t> </a:t>
            </a:r>
            <a:r>
              <a:rPr dirty="0" sz="800" spc="-25">
                <a:latin typeface="Verdana"/>
                <a:cs typeface="Verdana"/>
              </a:rPr>
              <a:t>to </a:t>
            </a:r>
            <a:r>
              <a:rPr dirty="0" sz="800" spc="-10">
                <a:latin typeface="Verdana"/>
                <a:cs typeface="Verdana"/>
              </a:rPr>
              <a:t>streamline</a:t>
            </a:r>
            <a:r>
              <a:rPr dirty="0" sz="800" spc="-20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the</a:t>
            </a:r>
            <a:r>
              <a:rPr dirty="0" sz="800" spc="-15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dining</a:t>
            </a:r>
            <a:r>
              <a:rPr dirty="0" sz="800" spc="-15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experience</a:t>
            </a:r>
            <a:r>
              <a:rPr dirty="0" sz="800" spc="-15">
                <a:latin typeface="Verdana"/>
                <a:cs typeface="Verdana"/>
              </a:rPr>
              <a:t> </a:t>
            </a:r>
            <a:r>
              <a:rPr dirty="0" sz="800" spc="-25">
                <a:latin typeface="Verdana"/>
                <a:cs typeface="Verdana"/>
              </a:rPr>
              <a:t>and </a:t>
            </a:r>
            <a:r>
              <a:rPr dirty="0" sz="800" spc="-10">
                <a:latin typeface="Verdana"/>
                <a:cs typeface="Verdana"/>
              </a:rPr>
              <a:t>provide</a:t>
            </a:r>
            <a:r>
              <a:rPr dirty="0" sz="800" spc="-55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a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convenient</a:t>
            </a:r>
            <a:r>
              <a:rPr dirty="0" sz="800" spc="-55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solution</a:t>
            </a:r>
            <a:r>
              <a:rPr dirty="0" sz="800" spc="-55">
                <a:latin typeface="Verdana"/>
                <a:cs typeface="Verdana"/>
              </a:rPr>
              <a:t> </a:t>
            </a:r>
            <a:r>
              <a:rPr dirty="0" sz="800" spc="-25">
                <a:latin typeface="Verdana"/>
                <a:cs typeface="Verdana"/>
              </a:rPr>
              <a:t>for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meal</a:t>
            </a:r>
            <a:endParaRPr sz="800">
              <a:latin typeface="Verdana"/>
              <a:cs typeface="Verdana"/>
            </a:endParaRPr>
          </a:p>
          <a:p>
            <a:pPr algn="r" marR="5080">
              <a:lnSpc>
                <a:spcPct val="100000"/>
              </a:lnSpc>
              <a:spcBef>
                <a:spcPts val="140"/>
              </a:spcBef>
            </a:pPr>
            <a:r>
              <a:rPr dirty="0" sz="800" spc="-10">
                <a:latin typeface="Verdana"/>
                <a:cs typeface="Verdana"/>
              </a:rPr>
              <a:t>management.</a:t>
            </a:r>
            <a:endParaRPr sz="8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24132" y="0"/>
            <a:ext cx="2922562" cy="32878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5" y="8"/>
            <a:ext cx="2596865" cy="328793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39117" y="359926"/>
            <a:ext cx="2764790" cy="560705"/>
          </a:xfrm>
          <a:prstGeom prst="rect"/>
          <a:solidFill>
            <a:srgbClr val="000000"/>
          </a:solidFill>
        </p:spPr>
        <p:txBody>
          <a:bodyPr wrap="square" lIns="0" tIns="79375" rIns="0" bIns="0" rtlCol="0" vert="horz">
            <a:spAutoFit/>
          </a:bodyPr>
          <a:lstStyle/>
          <a:p>
            <a:pPr marL="428625">
              <a:lnSpc>
                <a:spcPct val="100000"/>
              </a:lnSpc>
              <a:spcBef>
                <a:spcPts val="625"/>
              </a:spcBef>
            </a:pPr>
            <a:r>
              <a:rPr dirty="0" sz="1850">
                <a:solidFill>
                  <a:srgbClr val="FFFFFF"/>
                </a:solidFill>
              </a:rPr>
              <a:t>Challenges</a:t>
            </a:r>
            <a:r>
              <a:rPr dirty="0" sz="1850" spc="235">
                <a:solidFill>
                  <a:srgbClr val="FFFFFF"/>
                </a:solidFill>
              </a:rPr>
              <a:t> </a:t>
            </a:r>
            <a:r>
              <a:rPr dirty="0" sz="1850" spc="-10">
                <a:solidFill>
                  <a:srgbClr val="FFFFFF"/>
                </a:solidFill>
              </a:rPr>
              <a:t>Faced</a:t>
            </a:r>
            <a:endParaRPr sz="1850"/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6591" y="1099374"/>
            <a:ext cx="211287" cy="9870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51418" y="1260716"/>
            <a:ext cx="370179" cy="7691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47093" y="1522546"/>
            <a:ext cx="915924" cy="79202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983449" y="1045425"/>
            <a:ext cx="2457450" cy="445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63245" marR="149225" indent="-551180">
              <a:lnSpc>
                <a:spcPct val="114900"/>
              </a:lnSpc>
              <a:spcBef>
                <a:spcPts val="100"/>
              </a:spcBef>
            </a:pPr>
            <a:r>
              <a:rPr dirty="0" sz="800" spc="-10">
                <a:latin typeface="Verdana"/>
                <a:cs typeface="Verdana"/>
              </a:rPr>
              <a:t>Students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and</a:t>
            </a:r>
            <a:r>
              <a:rPr dirty="0" sz="800" spc="-20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PG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residents</a:t>
            </a:r>
            <a:r>
              <a:rPr dirty="0" sz="800" spc="-20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often</a:t>
            </a:r>
            <a:r>
              <a:rPr dirty="0" sz="800" spc="-20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encounter </a:t>
            </a:r>
            <a:r>
              <a:rPr dirty="0" sz="800">
                <a:latin typeface="Verdana"/>
                <a:cs typeface="Verdana"/>
              </a:rPr>
              <a:t>and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limited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meal</a:t>
            </a:r>
            <a:r>
              <a:rPr dirty="0" sz="800" spc="-45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options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in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dining</a:t>
            </a:r>
            <a:endParaRPr sz="800">
              <a:latin typeface="Verdana"/>
              <a:cs typeface="Verdana"/>
            </a:endParaRPr>
          </a:p>
          <a:p>
            <a:pPr marL="18415">
              <a:lnSpc>
                <a:spcPct val="100000"/>
              </a:lnSpc>
              <a:spcBef>
                <a:spcPts val="145"/>
              </a:spcBef>
            </a:pPr>
            <a:r>
              <a:rPr dirty="0" sz="800" spc="-25">
                <a:latin typeface="Verdana"/>
                <a:cs typeface="Verdana"/>
              </a:rPr>
              <a:t>facilities.</a:t>
            </a:r>
            <a:r>
              <a:rPr dirty="0" sz="800" spc="-10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Additionally,</a:t>
            </a:r>
            <a:r>
              <a:rPr dirty="0" sz="800" spc="-5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managing</a:t>
            </a:r>
            <a:r>
              <a:rPr dirty="0" sz="800" spc="-10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meal</a:t>
            </a:r>
            <a:r>
              <a:rPr dirty="0" sz="800" spc="-5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plans</a:t>
            </a:r>
            <a:r>
              <a:rPr dirty="0" sz="800" spc="-10">
                <a:latin typeface="Verdana"/>
                <a:cs typeface="Verdana"/>
              </a:rPr>
              <a:t> </a:t>
            </a:r>
            <a:r>
              <a:rPr dirty="0" sz="800" spc="-25">
                <a:latin typeface="Verdana"/>
                <a:cs typeface="Verdana"/>
              </a:rPr>
              <a:t>and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344710" y="1488087"/>
            <a:ext cx="46990" cy="1460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75">
                <a:latin typeface="Verdana"/>
                <a:cs typeface="Verdana"/>
              </a:rPr>
              <a:t>.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038541" y="1472204"/>
            <a:ext cx="2298065" cy="441959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800">
                <a:latin typeface="Verdana"/>
                <a:cs typeface="Verdana"/>
              </a:rPr>
              <a:t>tracking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expenses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can</a:t>
            </a:r>
            <a:r>
              <a:rPr dirty="0" sz="800" spc="-45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be</a:t>
            </a:r>
            <a:r>
              <a:rPr dirty="0" sz="800" spc="-50">
                <a:latin typeface="Verdana"/>
                <a:cs typeface="Verdana"/>
              </a:rPr>
              <a:t> a</a:t>
            </a:r>
            <a:endParaRPr sz="800">
              <a:latin typeface="Verdana"/>
              <a:cs typeface="Verdana"/>
            </a:endParaRPr>
          </a:p>
          <a:p>
            <a:pPr marL="666115" marR="5080" indent="-598805">
              <a:lnSpc>
                <a:spcPct val="114900"/>
              </a:lnSpc>
            </a:pPr>
            <a:r>
              <a:rPr dirty="0" sz="800" spc="-10" i="1">
                <a:latin typeface="Verdana"/>
                <a:cs typeface="Verdana"/>
              </a:rPr>
              <a:t>Bhojanalya</a:t>
            </a:r>
            <a:r>
              <a:rPr dirty="0" sz="800" spc="-50" i="1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addresses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these</a:t>
            </a:r>
            <a:r>
              <a:rPr dirty="0" sz="800" spc="-45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challenges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with innovative</a:t>
            </a:r>
            <a:r>
              <a:rPr dirty="0" sz="800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solutions.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5" y="8"/>
            <a:ext cx="2596865" cy="328793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39117" y="359926"/>
            <a:ext cx="2764790" cy="560705"/>
          </a:xfrm>
          <a:prstGeom prst="rect"/>
          <a:solidFill>
            <a:srgbClr val="000000"/>
          </a:solidFill>
        </p:spPr>
        <p:txBody>
          <a:bodyPr wrap="square" lIns="0" tIns="79375" rIns="0" bIns="0" rtlCol="0" vert="horz">
            <a:spAutoFit/>
          </a:bodyPr>
          <a:lstStyle/>
          <a:p>
            <a:pPr marL="678180">
              <a:lnSpc>
                <a:spcPct val="100000"/>
              </a:lnSpc>
              <a:spcBef>
                <a:spcPts val="625"/>
              </a:spcBef>
            </a:pPr>
            <a:r>
              <a:rPr dirty="0" sz="1850" spc="-10">
                <a:solidFill>
                  <a:srgbClr val="FFFFFF"/>
                </a:solidFill>
                <a:latin typeface="Trebuchet MS"/>
                <a:cs typeface="Trebuchet MS"/>
              </a:rPr>
              <a:t>Key</a:t>
            </a:r>
            <a:r>
              <a:rPr dirty="0" sz="1850" spc="-1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Trebuchet MS"/>
                <a:cs typeface="Trebuchet MS"/>
              </a:rPr>
              <a:t>Features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003107" y="1045441"/>
            <a:ext cx="2439670" cy="10090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>
              <a:lnSpc>
                <a:spcPct val="115300"/>
              </a:lnSpc>
              <a:spcBef>
                <a:spcPts val="95"/>
              </a:spcBef>
            </a:pPr>
            <a:r>
              <a:rPr dirty="0" sz="800" spc="-10">
                <a:latin typeface="Verdana"/>
                <a:cs typeface="Verdana"/>
              </a:rPr>
              <a:t>Bhojanalya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 spc="-25">
                <a:latin typeface="Verdana"/>
                <a:cs typeface="Verdana"/>
              </a:rPr>
              <a:t>offers</a:t>
            </a:r>
            <a:r>
              <a:rPr dirty="0" sz="800" spc="-45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advanced</a:t>
            </a:r>
            <a:r>
              <a:rPr dirty="0" sz="800" spc="-45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slot</a:t>
            </a:r>
            <a:r>
              <a:rPr dirty="0" sz="800" spc="-45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booking</a:t>
            </a:r>
            <a:r>
              <a:rPr dirty="0" sz="800" spc="-45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to</a:t>
            </a:r>
            <a:r>
              <a:rPr dirty="0" sz="800" spc="-4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help </a:t>
            </a:r>
            <a:r>
              <a:rPr dirty="0" sz="800" spc="-25">
                <a:latin typeface="Verdana"/>
                <a:cs typeface="Verdana"/>
              </a:rPr>
              <a:t>you</a:t>
            </a:r>
            <a:r>
              <a:rPr dirty="0" sz="800" spc="-35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plan</a:t>
            </a:r>
            <a:r>
              <a:rPr dirty="0" sz="800" spc="-35">
                <a:latin typeface="Verdana"/>
                <a:cs typeface="Verdana"/>
              </a:rPr>
              <a:t> </a:t>
            </a:r>
            <a:r>
              <a:rPr dirty="0" sz="800" spc="-25">
                <a:latin typeface="Verdana"/>
                <a:cs typeface="Verdana"/>
              </a:rPr>
              <a:t>your</a:t>
            </a:r>
            <a:r>
              <a:rPr dirty="0" sz="800" spc="-30">
                <a:latin typeface="Verdana"/>
                <a:cs typeface="Verdana"/>
              </a:rPr>
              <a:t> meals.</a:t>
            </a:r>
            <a:r>
              <a:rPr dirty="0" sz="800" spc="-35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With</a:t>
            </a:r>
            <a:r>
              <a:rPr dirty="0" sz="800" spc="-30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this</a:t>
            </a:r>
            <a:r>
              <a:rPr dirty="0" sz="800" spc="-35">
                <a:latin typeface="Verdana"/>
                <a:cs typeface="Verdana"/>
              </a:rPr>
              <a:t> </a:t>
            </a:r>
            <a:r>
              <a:rPr dirty="0" sz="800" spc="-30">
                <a:latin typeface="Verdana"/>
                <a:cs typeface="Verdana"/>
              </a:rPr>
              <a:t>feature, </a:t>
            </a:r>
            <a:r>
              <a:rPr dirty="0" sz="800" spc="-25">
                <a:latin typeface="Verdana"/>
                <a:cs typeface="Verdana"/>
              </a:rPr>
              <a:t>you</a:t>
            </a:r>
            <a:r>
              <a:rPr dirty="0" sz="800" spc="-35">
                <a:latin typeface="Verdana"/>
                <a:cs typeface="Verdana"/>
              </a:rPr>
              <a:t> </a:t>
            </a:r>
            <a:r>
              <a:rPr dirty="0" sz="800" spc="-25">
                <a:latin typeface="Verdana"/>
                <a:cs typeface="Verdana"/>
              </a:rPr>
              <a:t>can </a:t>
            </a:r>
            <a:r>
              <a:rPr dirty="0" sz="800">
                <a:latin typeface="Verdana"/>
                <a:cs typeface="Verdana"/>
              </a:rPr>
              <a:t>book</a:t>
            </a:r>
            <a:r>
              <a:rPr dirty="0" sz="800" spc="-40">
                <a:latin typeface="Verdana"/>
                <a:cs typeface="Verdana"/>
              </a:rPr>
              <a:t> </a:t>
            </a:r>
            <a:r>
              <a:rPr dirty="0" sz="800" spc="-25">
                <a:latin typeface="Verdana"/>
                <a:cs typeface="Verdana"/>
              </a:rPr>
              <a:t>your</a:t>
            </a:r>
            <a:r>
              <a:rPr dirty="0" sz="800" spc="-40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meals</a:t>
            </a:r>
            <a:r>
              <a:rPr dirty="0" sz="800" spc="-40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in</a:t>
            </a:r>
            <a:r>
              <a:rPr dirty="0" sz="800" spc="-40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advance</a:t>
            </a:r>
            <a:r>
              <a:rPr dirty="0" sz="800" spc="-40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and</a:t>
            </a:r>
            <a:r>
              <a:rPr dirty="0" sz="800" spc="-35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choose</a:t>
            </a:r>
            <a:r>
              <a:rPr dirty="0" sz="800" spc="-40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from</a:t>
            </a:r>
            <a:r>
              <a:rPr dirty="0" sz="800" spc="-40">
                <a:latin typeface="Verdana"/>
                <a:cs typeface="Verdana"/>
              </a:rPr>
              <a:t> </a:t>
            </a:r>
            <a:r>
              <a:rPr dirty="0" sz="800" spc="-50">
                <a:latin typeface="Verdana"/>
                <a:cs typeface="Verdana"/>
              </a:rPr>
              <a:t>a </a:t>
            </a:r>
            <a:r>
              <a:rPr dirty="0" sz="800" spc="-30">
                <a:latin typeface="Verdana"/>
                <a:cs typeface="Verdana"/>
              </a:rPr>
              <a:t>variety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of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cuisine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options.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The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platform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also </a:t>
            </a:r>
            <a:r>
              <a:rPr dirty="0" sz="800" spc="-10">
                <a:latin typeface="Verdana"/>
                <a:cs typeface="Verdana"/>
              </a:rPr>
              <a:t>provides</a:t>
            </a:r>
            <a:r>
              <a:rPr dirty="0" sz="800" spc="-55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a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seamless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payment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system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 spc="-25">
                <a:latin typeface="Verdana"/>
                <a:cs typeface="Verdana"/>
              </a:rPr>
              <a:t>and </a:t>
            </a:r>
            <a:r>
              <a:rPr dirty="0" sz="800" spc="-10">
                <a:latin typeface="Verdana"/>
                <a:cs typeface="Verdana"/>
              </a:rPr>
              <a:t>personalized </a:t>
            </a:r>
            <a:r>
              <a:rPr dirty="0" sz="800">
                <a:latin typeface="Verdana"/>
                <a:cs typeface="Verdana"/>
              </a:rPr>
              <a:t>recommendations</a:t>
            </a:r>
            <a:r>
              <a:rPr dirty="0" sz="800" spc="-5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based</a:t>
            </a:r>
            <a:r>
              <a:rPr dirty="0" sz="800" spc="-5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on</a:t>
            </a:r>
            <a:r>
              <a:rPr dirty="0" sz="800" spc="-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your </a:t>
            </a:r>
            <a:r>
              <a:rPr dirty="0" sz="800" spc="-10">
                <a:latin typeface="Verdana"/>
                <a:cs typeface="Verdana"/>
              </a:rPr>
              <a:t>preferences.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12" y="8"/>
            <a:ext cx="2924175" cy="3288029"/>
            <a:chOff x="1512" y="8"/>
            <a:chExt cx="2924175" cy="3288029"/>
          </a:xfrm>
        </p:grpSpPr>
        <p:sp>
          <p:nvSpPr>
            <p:cNvPr id="3" name="object 3" descr=""/>
            <p:cNvSpPr/>
            <p:nvPr/>
          </p:nvSpPr>
          <p:spPr>
            <a:xfrm>
              <a:off x="1512" y="8"/>
              <a:ext cx="2924175" cy="3288029"/>
            </a:xfrm>
            <a:custGeom>
              <a:avLst/>
              <a:gdLst/>
              <a:ahLst/>
              <a:cxnLst/>
              <a:rect l="l" t="t" r="r" b="b"/>
              <a:pathLst>
                <a:path w="2924175" h="3288029">
                  <a:moveTo>
                    <a:pt x="2923757" y="0"/>
                  </a:moveTo>
                  <a:lnTo>
                    <a:pt x="0" y="0"/>
                  </a:lnTo>
                  <a:lnTo>
                    <a:pt x="0" y="3287938"/>
                  </a:lnTo>
                  <a:lnTo>
                    <a:pt x="2923757" y="3287938"/>
                  </a:lnTo>
                  <a:lnTo>
                    <a:pt x="29237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210" y="365330"/>
              <a:ext cx="2067135" cy="255728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365915" y="471976"/>
            <a:ext cx="2002789" cy="31813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Beneﬁts</a:t>
            </a:r>
            <a:r>
              <a:rPr dirty="0" spc="15"/>
              <a:t> </a:t>
            </a:r>
            <a:r>
              <a:rPr dirty="0"/>
              <a:t>for</a:t>
            </a:r>
            <a:r>
              <a:rPr dirty="0" spc="-25"/>
              <a:t> </a:t>
            </a:r>
            <a:r>
              <a:rPr dirty="0" spc="-20"/>
              <a:t>Users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88553" y="1166728"/>
            <a:ext cx="262554" cy="9821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83219" y="1410282"/>
            <a:ext cx="1482303" cy="22048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28230" y="1044439"/>
            <a:ext cx="627857" cy="7971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3365896" y="885631"/>
            <a:ext cx="1948814" cy="8801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302260">
              <a:lnSpc>
                <a:spcPct val="100000"/>
              </a:lnSpc>
              <a:spcBef>
                <a:spcPts val="114"/>
              </a:spcBef>
            </a:pPr>
            <a:r>
              <a:rPr dirty="0" sz="800" spc="-10" i="1">
                <a:latin typeface="Verdana"/>
                <a:cs typeface="Verdana"/>
              </a:rPr>
              <a:t>Bhojanalya</a:t>
            </a:r>
            <a:r>
              <a:rPr dirty="0" sz="800" spc="-50" i="1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enhances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the</a:t>
            </a:r>
            <a:r>
              <a:rPr dirty="0" sz="800" spc="-50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dining experience</a:t>
            </a:r>
            <a:r>
              <a:rPr dirty="0" sz="800" spc="-40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by</a:t>
            </a:r>
            <a:r>
              <a:rPr dirty="0" sz="800" spc="-35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offering</a:t>
            </a:r>
            <a:endParaRPr sz="800">
              <a:latin typeface="Verdana"/>
              <a:cs typeface="Verdana"/>
            </a:endParaRPr>
          </a:p>
          <a:p>
            <a:pPr marL="12700" marR="78105" indent="271145">
              <a:lnSpc>
                <a:spcPts val="960"/>
              </a:lnSpc>
              <a:spcBef>
                <a:spcPts val="30"/>
              </a:spcBef>
            </a:pPr>
            <a:r>
              <a:rPr dirty="0" sz="800" spc="-130">
                <a:latin typeface="Verdana"/>
                <a:cs typeface="Verdana"/>
              </a:rPr>
              <a:t>,</a:t>
            </a:r>
            <a:r>
              <a:rPr dirty="0" sz="800" spc="-35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reducing</a:t>
            </a:r>
            <a:r>
              <a:rPr dirty="0" sz="800" spc="-30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waiting</a:t>
            </a:r>
            <a:r>
              <a:rPr dirty="0" sz="800" spc="-30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time,</a:t>
            </a:r>
            <a:r>
              <a:rPr dirty="0" sz="800" spc="-30">
                <a:latin typeface="Verdana"/>
                <a:cs typeface="Verdana"/>
              </a:rPr>
              <a:t> </a:t>
            </a:r>
            <a:r>
              <a:rPr dirty="0" sz="800" spc="-25">
                <a:latin typeface="Verdana"/>
                <a:cs typeface="Verdana"/>
              </a:rPr>
              <a:t>and </a:t>
            </a:r>
            <a:r>
              <a:rPr dirty="0" sz="800">
                <a:latin typeface="Verdana"/>
                <a:cs typeface="Verdana"/>
              </a:rPr>
              <a:t>ensuring</a:t>
            </a:r>
            <a:r>
              <a:rPr dirty="0" sz="800" spc="-60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access</a:t>
            </a:r>
            <a:r>
              <a:rPr dirty="0" sz="800" spc="-55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to</a:t>
            </a:r>
            <a:r>
              <a:rPr dirty="0" sz="800" spc="-55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a</a:t>
            </a:r>
            <a:r>
              <a:rPr dirty="0" sz="800" spc="-5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diverse</a:t>
            </a:r>
            <a:r>
              <a:rPr dirty="0" sz="800" spc="-55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range</a:t>
            </a:r>
            <a:r>
              <a:rPr dirty="0" sz="800" spc="-55">
                <a:latin typeface="Verdana"/>
                <a:cs typeface="Verdana"/>
              </a:rPr>
              <a:t> </a:t>
            </a:r>
            <a:r>
              <a:rPr dirty="0" sz="800" spc="-25">
                <a:latin typeface="Verdana"/>
                <a:cs typeface="Verdana"/>
              </a:rPr>
              <a:t>of</a:t>
            </a:r>
            <a:endParaRPr sz="800">
              <a:latin typeface="Verdana"/>
              <a:cs typeface="Verdana"/>
            </a:endParaRPr>
          </a:p>
          <a:p>
            <a:pPr algn="r" marR="50165">
              <a:lnSpc>
                <a:spcPts val="925"/>
              </a:lnSpc>
            </a:pPr>
            <a:r>
              <a:rPr dirty="0" sz="800" spc="-130">
                <a:latin typeface="Verdana"/>
                <a:cs typeface="Verdana"/>
              </a:rPr>
              <a:t>.</a:t>
            </a:r>
            <a:r>
              <a:rPr dirty="0" sz="800" spc="-4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Users</a:t>
            </a:r>
            <a:r>
              <a:rPr dirty="0" sz="800" spc="-40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can</a:t>
            </a:r>
            <a:r>
              <a:rPr dirty="0" sz="800" spc="-4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also</a:t>
            </a:r>
            <a:r>
              <a:rPr dirty="0" sz="800" spc="-40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enjoy</a:t>
            </a:r>
            <a:endParaRPr sz="800">
              <a:latin typeface="Verdana"/>
              <a:cs typeface="Verdana"/>
            </a:endParaRPr>
          </a:p>
          <a:p>
            <a:pPr algn="r" marR="5080">
              <a:lnSpc>
                <a:spcPts val="960"/>
              </a:lnSpc>
            </a:pPr>
            <a:r>
              <a:rPr dirty="0" sz="800" spc="-130">
                <a:latin typeface="Verdana"/>
                <a:cs typeface="Verdana"/>
              </a:rPr>
              <a:t>,</a:t>
            </a:r>
            <a:r>
              <a:rPr dirty="0" sz="800" spc="-70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making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latin typeface="Verdana"/>
                <a:cs typeface="Verdana"/>
              </a:rPr>
              <a:t>dining</a:t>
            </a:r>
            <a:r>
              <a:rPr dirty="0" sz="800" spc="-20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more</a:t>
            </a:r>
            <a:r>
              <a:rPr dirty="0" sz="800" spc="-20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affordable.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Market</a:t>
            </a:r>
            <a:r>
              <a:rPr dirty="0" spc="-30"/>
              <a:t> </a:t>
            </a:r>
            <a:r>
              <a:rPr dirty="0" spc="-10"/>
              <a:t>Potential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449" y="1500021"/>
            <a:ext cx="1394816" cy="9870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65658" y="886454"/>
            <a:ext cx="1998980" cy="100520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algn="r" marL="74295" marR="5080" indent="10160">
              <a:lnSpc>
                <a:spcPct val="115700"/>
              </a:lnSpc>
              <a:spcBef>
                <a:spcPts val="65"/>
              </a:spcBef>
            </a:pPr>
            <a:r>
              <a:rPr dirty="0" sz="800" spc="-10">
                <a:latin typeface="Verdana"/>
                <a:cs typeface="Verdana"/>
              </a:rPr>
              <a:t>The</a:t>
            </a:r>
            <a:r>
              <a:rPr dirty="0" sz="800" spc="-40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student</a:t>
            </a:r>
            <a:r>
              <a:rPr dirty="0" sz="800" spc="-40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dining</a:t>
            </a:r>
            <a:r>
              <a:rPr dirty="0" sz="800" spc="-35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market</a:t>
            </a:r>
            <a:r>
              <a:rPr dirty="0" sz="800" spc="-40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presents</a:t>
            </a:r>
            <a:r>
              <a:rPr dirty="0" sz="800" spc="-40">
                <a:latin typeface="Verdana"/>
                <a:cs typeface="Verdana"/>
              </a:rPr>
              <a:t> </a:t>
            </a:r>
            <a:r>
              <a:rPr dirty="0" sz="800" spc="-50">
                <a:latin typeface="Verdana"/>
                <a:cs typeface="Verdana"/>
              </a:rPr>
              <a:t>a </a:t>
            </a:r>
            <a:r>
              <a:rPr dirty="0" sz="800">
                <a:latin typeface="Verdana"/>
                <a:cs typeface="Verdana"/>
              </a:rPr>
              <a:t>significant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opportunity</a:t>
            </a:r>
            <a:r>
              <a:rPr dirty="0" sz="800" spc="-25">
                <a:latin typeface="Verdana"/>
                <a:cs typeface="Verdana"/>
              </a:rPr>
              <a:t> for</a:t>
            </a:r>
            <a:r>
              <a:rPr dirty="0" sz="800" spc="-20">
                <a:latin typeface="Verdana"/>
                <a:cs typeface="Verdana"/>
              </a:rPr>
              <a:t> </a:t>
            </a:r>
            <a:r>
              <a:rPr dirty="0" sz="800" spc="-10" i="1">
                <a:latin typeface="Verdana"/>
                <a:cs typeface="Verdana"/>
              </a:rPr>
              <a:t>Bhojanalya </a:t>
            </a:r>
            <a:r>
              <a:rPr dirty="0" sz="800" spc="-10">
                <a:latin typeface="Verdana"/>
                <a:cs typeface="Verdana"/>
              </a:rPr>
              <a:t>to</a:t>
            </a:r>
            <a:r>
              <a:rPr dirty="0" sz="800" spc="-20">
                <a:latin typeface="Verdana"/>
                <a:cs typeface="Verdana"/>
              </a:rPr>
              <a:t> </a:t>
            </a:r>
            <a:r>
              <a:rPr dirty="0" sz="800" spc="-40">
                <a:latin typeface="Verdana"/>
                <a:cs typeface="Verdana"/>
              </a:rPr>
              <a:t>thrive.</a:t>
            </a:r>
            <a:r>
              <a:rPr dirty="0" sz="800" spc="-15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With</a:t>
            </a:r>
            <a:r>
              <a:rPr dirty="0" sz="800" spc="-15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a</a:t>
            </a:r>
            <a:r>
              <a:rPr dirty="0" sz="800" spc="-15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growing</a:t>
            </a:r>
            <a:r>
              <a:rPr dirty="0" sz="800" spc="-15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number</a:t>
            </a:r>
            <a:r>
              <a:rPr dirty="0" sz="800" spc="-15">
                <a:latin typeface="Verdana"/>
                <a:cs typeface="Verdana"/>
              </a:rPr>
              <a:t> </a:t>
            </a:r>
            <a:r>
              <a:rPr dirty="0" sz="800" spc="-25">
                <a:latin typeface="Verdana"/>
                <a:cs typeface="Verdana"/>
              </a:rPr>
              <a:t>of </a:t>
            </a:r>
            <a:r>
              <a:rPr dirty="0" sz="800">
                <a:latin typeface="Verdana"/>
                <a:cs typeface="Verdana"/>
              </a:rPr>
              <a:t>students</a:t>
            </a:r>
            <a:r>
              <a:rPr dirty="0" sz="800" spc="-30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and</a:t>
            </a:r>
            <a:r>
              <a:rPr dirty="0" sz="800" spc="-30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PG</a:t>
            </a:r>
            <a:r>
              <a:rPr dirty="0" sz="800" spc="-30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residents</a:t>
            </a:r>
            <a:r>
              <a:rPr dirty="0" sz="800" spc="-30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seeking</a:t>
            </a:r>
            <a:endParaRPr sz="800">
              <a:latin typeface="Verdana"/>
              <a:cs typeface="Verdana"/>
            </a:endParaRPr>
          </a:p>
          <a:p>
            <a:pPr algn="r" marL="12700" marR="5080" indent="1755775">
              <a:lnSpc>
                <a:spcPct val="114900"/>
              </a:lnSpc>
            </a:pPr>
            <a:r>
              <a:rPr dirty="0" sz="800" spc="-130">
                <a:latin typeface="Verdana"/>
                <a:cs typeface="Verdana"/>
              </a:rPr>
              <a:t>,</a:t>
            </a:r>
            <a:r>
              <a:rPr dirty="0" sz="800" spc="-70">
                <a:latin typeface="Verdana"/>
                <a:cs typeface="Verdana"/>
              </a:rPr>
              <a:t> </a:t>
            </a:r>
            <a:r>
              <a:rPr dirty="0" sz="800" spc="-25">
                <a:latin typeface="Verdana"/>
                <a:cs typeface="Verdana"/>
              </a:rPr>
              <a:t>the </a:t>
            </a:r>
            <a:r>
              <a:rPr dirty="0" sz="800">
                <a:latin typeface="Verdana"/>
                <a:cs typeface="Verdana"/>
              </a:rPr>
              <a:t>platform</a:t>
            </a:r>
            <a:r>
              <a:rPr dirty="0" sz="800" spc="-45">
                <a:latin typeface="Verdana"/>
                <a:cs typeface="Verdana"/>
              </a:rPr>
              <a:t> </a:t>
            </a:r>
            <a:r>
              <a:rPr dirty="0" sz="800" spc="-25">
                <a:latin typeface="Verdana"/>
                <a:cs typeface="Verdana"/>
              </a:rPr>
              <a:t>is</a:t>
            </a:r>
            <a:r>
              <a:rPr dirty="0" sz="800" spc="-4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well-</a:t>
            </a:r>
            <a:r>
              <a:rPr dirty="0" sz="800">
                <a:latin typeface="Verdana"/>
                <a:cs typeface="Verdana"/>
              </a:rPr>
              <a:t>positioned</a:t>
            </a:r>
            <a:r>
              <a:rPr dirty="0" sz="800" spc="-45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to</a:t>
            </a:r>
            <a:r>
              <a:rPr dirty="0" sz="800" spc="-45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capture</a:t>
            </a:r>
            <a:r>
              <a:rPr dirty="0" sz="800" spc="-45">
                <a:latin typeface="Verdana"/>
                <a:cs typeface="Verdana"/>
              </a:rPr>
              <a:t> </a:t>
            </a:r>
            <a:r>
              <a:rPr dirty="0" sz="800" spc="-50">
                <a:latin typeface="Verdana"/>
                <a:cs typeface="Verdana"/>
              </a:rPr>
              <a:t>a</a:t>
            </a:r>
            <a:endParaRPr sz="800">
              <a:latin typeface="Verdana"/>
              <a:cs typeface="Verdana"/>
            </a:endParaRPr>
          </a:p>
          <a:p>
            <a:pPr algn="r" marR="5080">
              <a:lnSpc>
                <a:spcPct val="100000"/>
              </a:lnSpc>
              <a:spcBef>
                <a:spcPts val="140"/>
              </a:spcBef>
            </a:pPr>
            <a:r>
              <a:rPr dirty="0" sz="800" spc="-10">
                <a:latin typeface="Verdana"/>
                <a:cs typeface="Verdana"/>
              </a:rPr>
              <a:t>substantial</a:t>
            </a:r>
            <a:r>
              <a:rPr dirty="0" sz="800" spc="-35">
                <a:latin typeface="Verdana"/>
                <a:cs typeface="Verdana"/>
              </a:rPr>
              <a:t> </a:t>
            </a:r>
            <a:r>
              <a:rPr dirty="0" sz="800">
                <a:latin typeface="Verdana"/>
                <a:cs typeface="Verdana"/>
              </a:rPr>
              <a:t>market</a:t>
            </a:r>
            <a:r>
              <a:rPr dirty="0" sz="800" spc="-35">
                <a:latin typeface="Verdana"/>
                <a:cs typeface="Verdana"/>
              </a:rPr>
              <a:t> </a:t>
            </a:r>
            <a:r>
              <a:rPr dirty="0" sz="800" spc="-10">
                <a:latin typeface="Verdana"/>
                <a:cs typeface="Verdana"/>
              </a:rPr>
              <a:t>share.</a:t>
            </a:r>
            <a:endParaRPr sz="800">
              <a:latin typeface="Verdana"/>
              <a:cs typeface="Verdan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24132" y="0"/>
            <a:ext cx="2922562" cy="32878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12" y="0"/>
            <a:ext cx="5845810" cy="3288029"/>
            <a:chOff x="1512" y="0"/>
            <a:chExt cx="5845810" cy="3288029"/>
          </a:xfrm>
        </p:grpSpPr>
        <p:sp>
          <p:nvSpPr>
            <p:cNvPr id="3" name="object 3" descr=""/>
            <p:cNvSpPr/>
            <p:nvPr/>
          </p:nvSpPr>
          <p:spPr>
            <a:xfrm>
              <a:off x="1511" y="0"/>
              <a:ext cx="5845810" cy="3288029"/>
            </a:xfrm>
            <a:custGeom>
              <a:avLst/>
              <a:gdLst/>
              <a:ahLst/>
              <a:cxnLst/>
              <a:rect l="l" t="t" r="r" b="b"/>
              <a:pathLst>
                <a:path w="5845810" h="3288029">
                  <a:moveTo>
                    <a:pt x="5845213" y="0"/>
                  </a:moveTo>
                  <a:lnTo>
                    <a:pt x="5453367" y="0"/>
                  </a:lnTo>
                  <a:lnTo>
                    <a:pt x="5453367" y="391160"/>
                  </a:lnTo>
                  <a:lnTo>
                    <a:pt x="5453367" y="2895600"/>
                  </a:lnTo>
                  <a:lnTo>
                    <a:pt x="3865029" y="2895600"/>
                  </a:lnTo>
                  <a:lnTo>
                    <a:pt x="3865029" y="2894457"/>
                  </a:lnTo>
                  <a:lnTo>
                    <a:pt x="1980222" y="2894457"/>
                  </a:lnTo>
                  <a:lnTo>
                    <a:pt x="1980222" y="2895600"/>
                  </a:lnTo>
                  <a:lnTo>
                    <a:pt x="391858" y="2895600"/>
                  </a:lnTo>
                  <a:lnTo>
                    <a:pt x="391858" y="391160"/>
                  </a:lnTo>
                  <a:lnTo>
                    <a:pt x="1980222" y="391160"/>
                  </a:lnTo>
                  <a:lnTo>
                    <a:pt x="1980222" y="392595"/>
                  </a:lnTo>
                  <a:lnTo>
                    <a:pt x="3865029" y="392595"/>
                  </a:lnTo>
                  <a:lnTo>
                    <a:pt x="3865029" y="391160"/>
                  </a:lnTo>
                  <a:lnTo>
                    <a:pt x="5453367" y="391160"/>
                  </a:lnTo>
                  <a:lnTo>
                    <a:pt x="5453367" y="0"/>
                  </a:lnTo>
                  <a:lnTo>
                    <a:pt x="3776573" y="0"/>
                  </a:lnTo>
                  <a:lnTo>
                    <a:pt x="2068664" y="25"/>
                  </a:lnTo>
                  <a:lnTo>
                    <a:pt x="0" y="0"/>
                  </a:lnTo>
                  <a:lnTo>
                    <a:pt x="0" y="391160"/>
                  </a:lnTo>
                  <a:lnTo>
                    <a:pt x="0" y="2895600"/>
                  </a:lnTo>
                  <a:lnTo>
                    <a:pt x="0" y="3288030"/>
                  </a:lnTo>
                  <a:lnTo>
                    <a:pt x="2068664" y="3288030"/>
                  </a:lnTo>
                  <a:lnTo>
                    <a:pt x="2068664" y="3287014"/>
                  </a:lnTo>
                  <a:lnTo>
                    <a:pt x="3776573" y="3287014"/>
                  </a:lnTo>
                  <a:lnTo>
                    <a:pt x="3776573" y="3288030"/>
                  </a:lnTo>
                  <a:lnTo>
                    <a:pt x="5845213" y="3288030"/>
                  </a:lnTo>
                  <a:lnTo>
                    <a:pt x="5845213" y="2895600"/>
                  </a:lnTo>
                  <a:lnTo>
                    <a:pt x="5845213" y="391160"/>
                  </a:lnTo>
                  <a:lnTo>
                    <a:pt x="58452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59546" y="1643146"/>
              <a:ext cx="730940" cy="7919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8480" y="1764923"/>
              <a:ext cx="1115903" cy="9870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839644" y="766646"/>
            <a:ext cx="2165985" cy="514984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35"/>
              <a:t>Conclusion</a:t>
            </a:r>
            <a:endParaRPr sz="3200"/>
          </a:p>
        </p:txBody>
      </p:sp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07950" marR="104775" indent="3810">
              <a:lnSpc>
                <a:spcPct val="100000"/>
              </a:lnSpc>
              <a:spcBef>
                <a:spcPts val="114"/>
              </a:spcBef>
            </a:pPr>
            <a:r>
              <a:rPr dirty="0" spc="-50"/>
              <a:t>In</a:t>
            </a:r>
            <a:r>
              <a:rPr dirty="0" spc="-60"/>
              <a:t> </a:t>
            </a:r>
            <a:r>
              <a:rPr dirty="0" spc="-10"/>
              <a:t>conclusion,</a:t>
            </a:r>
            <a:r>
              <a:rPr dirty="0" spc="-55"/>
              <a:t> </a:t>
            </a:r>
            <a:r>
              <a:rPr dirty="0" spc="-10" i="1">
                <a:latin typeface="Verdana"/>
                <a:cs typeface="Verdana"/>
              </a:rPr>
              <a:t>Bhojanalya</a:t>
            </a:r>
            <a:r>
              <a:rPr dirty="0" spc="-60" i="1">
                <a:latin typeface="Verdana"/>
                <a:cs typeface="Verdana"/>
              </a:rPr>
              <a:t> </a:t>
            </a:r>
            <a:r>
              <a:rPr dirty="0" spc="-25"/>
              <a:t>is</a:t>
            </a:r>
            <a:r>
              <a:rPr dirty="0" spc="-55"/>
              <a:t> </a:t>
            </a:r>
            <a:r>
              <a:rPr dirty="0"/>
              <a:t>poised</a:t>
            </a:r>
            <a:r>
              <a:rPr dirty="0" spc="-55"/>
              <a:t> </a:t>
            </a:r>
            <a:r>
              <a:rPr dirty="0" spc="-10"/>
              <a:t>to</a:t>
            </a:r>
            <a:r>
              <a:rPr dirty="0" spc="-60"/>
              <a:t> </a:t>
            </a:r>
            <a:r>
              <a:rPr dirty="0" spc="-10"/>
              <a:t>revolutionize</a:t>
            </a:r>
            <a:r>
              <a:rPr dirty="0" spc="-55"/>
              <a:t> </a:t>
            </a:r>
            <a:r>
              <a:rPr dirty="0" spc="-25"/>
              <a:t>the </a:t>
            </a:r>
            <a:r>
              <a:rPr dirty="0"/>
              <a:t>student</a:t>
            </a:r>
            <a:r>
              <a:rPr dirty="0" spc="-25"/>
              <a:t> </a:t>
            </a:r>
            <a:r>
              <a:rPr dirty="0"/>
              <a:t>dining</a:t>
            </a:r>
            <a:r>
              <a:rPr dirty="0" spc="-25"/>
              <a:t> </a:t>
            </a:r>
            <a:r>
              <a:rPr dirty="0" spc="-10"/>
              <a:t>experience</a:t>
            </a:r>
            <a:r>
              <a:rPr dirty="0" spc="-25"/>
              <a:t> </a:t>
            </a:r>
            <a:r>
              <a:rPr dirty="0" spc="-20"/>
              <a:t>by</a:t>
            </a:r>
            <a:r>
              <a:rPr dirty="0" spc="-25"/>
              <a:t> </a:t>
            </a:r>
            <a:r>
              <a:rPr dirty="0" spc="-10"/>
              <a:t>offering</a:t>
            </a:r>
            <a:r>
              <a:rPr dirty="0" spc="-25"/>
              <a:t> </a:t>
            </a:r>
            <a:r>
              <a:rPr dirty="0" spc="-50"/>
              <a:t>a</a:t>
            </a:r>
          </a:p>
          <a:p>
            <a:pPr marL="12700" marR="5080" indent="1136015">
              <a:lnSpc>
                <a:spcPts val="960"/>
              </a:lnSpc>
              <a:spcBef>
                <a:spcPts val="30"/>
              </a:spcBef>
            </a:pPr>
            <a:r>
              <a:rPr dirty="0" spc="-130"/>
              <a:t>.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5"/>
              <a:t> </a:t>
            </a:r>
            <a:r>
              <a:rPr dirty="0" spc="-20"/>
              <a:t>its </a:t>
            </a:r>
            <a:r>
              <a:rPr dirty="0" spc="-30"/>
              <a:t>user-</a:t>
            </a:r>
            <a:r>
              <a:rPr dirty="0" spc="-10"/>
              <a:t>friendly</a:t>
            </a:r>
            <a:r>
              <a:rPr dirty="0" spc="-25"/>
              <a:t> </a:t>
            </a:r>
            <a:r>
              <a:rPr dirty="0" spc="-10"/>
              <a:t>interface</a:t>
            </a:r>
            <a:r>
              <a:rPr dirty="0" spc="-25"/>
              <a:t> and </a:t>
            </a:r>
            <a:r>
              <a:rPr dirty="0" spc="-35"/>
              <a:t>array</a:t>
            </a:r>
            <a:r>
              <a:rPr dirty="0" spc="-40"/>
              <a:t> </a:t>
            </a:r>
            <a:r>
              <a:rPr dirty="0" spc="-20"/>
              <a:t>of</a:t>
            </a:r>
            <a:r>
              <a:rPr dirty="0" spc="-40"/>
              <a:t> </a:t>
            </a:r>
            <a:r>
              <a:rPr dirty="0" spc="-30"/>
              <a:t>features,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/>
              <a:t>platform</a:t>
            </a:r>
            <a:r>
              <a:rPr dirty="0" spc="-35"/>
              <a:t> </a:t>
            </a:r>
            <a:r>
              <a:rPr dirty="0" spc="-30"/>
              <a:t>is</a:t>
            </a:r>
            <a:r>
              <a:rPr dirty="0" spc="-40"/>
              <a:t> </a:t>
            </a:r>
            <a:r>
              <a:rPr dirty="0" spc="-10"/>
              <a:t>set</a:t>
            </a:r>
            <a:r>
              <a:rPr dirty="0" spc="-40"/>
              <a:t> </a:t>
            </a:r>
            <a:r>
              <a:rPr dirty="0" spc="-10"/>
              <a:t>to</a:t>
            </a:r>
            <a:r>
              <a:rPr dirty="0" spc="-40"/>
              <a:t> </a:t>
            </a:r>
            <a:r>
              <a:rPr dirty="0"/>
              <a:t>become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 spc="-10"/>
              <a:t>go-</a:t>
            </a:r>
            <a:r>
              <a:rPr dirty="0" spc="-25"/>
              <a:t>to </a:t>
            </a:r>
            <a:r>
              <a:rPr dirty="0"/>
              <a:t>choice</a:t>
            </a:r>
            <a:r>
              <a:rPr dirty="0" spc="-40"/>
              <a:t> </a:t>
            </a:r>
            <a:r>
              <a:rPr dirty="0" spc="-25"/>
              <a:t>for</a:t>
            </a:r>
            <a:r>
              <a:rPr dirty="0" spc="-35"/>
              <a:t> </a:t>
            </a:r>
            <a:r>
              <a:rPr dirty="0"/>
              <a:t>students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/>
              <a:t>PG</a:t>
            </a:r>
            <a:r>
              <a:rPr dirty="0" spc="-35"/>
              <a:t> </a:t>
            </a:r>
            <a:r>
              <a:rPr dirty="0" spc="-10"/>
              <a:t>residents</a:t>
            </a:r>
            <a:r>
              <a:rPr dirty="0" spc="-35"/>
              <a:t> </a:t>
            </a:r>
            <a:r>
              <a:rPr dirty="0"/>
              <a:t>seeking</a:t>
            </a:r>
            <a:r>
              <a:rPr dirty="0" spc="-40"/>
              <a:t> </a:t>
            </a:r>
            <a:r>
              <a:rPr dirty="0" spc="-10"/>
              <a:t>a</a:t>
            </a:r>
            <a:r>
              <a:rPr dirty="0" spc="-35"/>
              <a:t> </a:t>
            </a:r>
            <a:r>
              <a:rPr dirty="0" spc="-20"/>
              <a:t>hassle-free</a:t>
            </a:r>
          </a:p>
          <a:p>
            <a:pPr marL="1017269">
              <a:lnSpc>
                <a:spcPts val="925"/>
              </a:lnSpc>
            </a:pPr>
            <a:r>
              <a:rPr dirty="0"/>
              <a:t>dining </a:t>
            </a:r>
            <a:r>
              <a:rPr dirty="0" spc="-10"/>
              <a:t>experience.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0122" y="822055"/>
            <a:ext cx="2294890" cy="7543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750" spc="-10">
                <a:solidFill>
                  <a:srgbClr val="FFFFFF"/>
                </a:solidFill>
              </a:rPr>
              <a:t>Thanks!</a:t>
            </a:r>
            <a:endParaRPr sz="47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2023-12-06T05:28:18Z</dcterms:created>
  <dcterms:modified xsi:type="dcterms:W3CDTF">2023-12-06T05:28:18Z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2023-12-05T00:00:00Z</vt:filetime>
  </property>
  <property fmtid="{D5CDD505-2E9C-101B-9397-08002B2CF9AE}" pid="3" name="LastSaved">
    <vt:filetime>2023-12-06T00:00:00Z</vt:filetime>
  </property>
  <property fmtid="{D5CDD505-2E9C-101B-9397-08002B2CF9AE}" pid="4" name="Producer">
    <vt:lpwstr>GPL Ghostscript 10.02.0</vt:lpwstr>
  </property>
</Properties>
</file>